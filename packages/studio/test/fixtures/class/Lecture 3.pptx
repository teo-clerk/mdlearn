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them that reversible means infinitely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3: Heat engines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Thermodynamics, week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Carnot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reversible steps</a:t>
            </a:r>
          </a:p>
          <a:p>
            <a:pPr lvl="1"/>
            <a:r>
              <a:t>Isothermal expansion</a:t>
            </a:r>
          </a:p>
          <a:p>
            <a:pPr lvl="1"/>
            <a:r>
              <a:t>Adiabatic expansion</a:t>
            </a:r>
          </a:p>
          <a:p>
            <a:pPr/>
            <a:r>
              <a:t>No real engine beats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diagram and a table</a:t>
            </a:r>
          </a:p>
        </p:txBody>
      </p:sp>
      <p:pic>
        <p:nvPicPr>
          <p:cNvPr id="3" name="Picture 2" descr="carn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3716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828800"/>
          <a:ext cx="2743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